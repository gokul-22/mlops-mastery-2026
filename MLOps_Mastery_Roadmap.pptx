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MLOps Mastery 2026: Project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High-Performance Image Classification Microservice</a:t>
            </a:r>
          </a:p>
          <a:p>
            <a:r>
              <a:t>Building 'Compound AI Systems' from Scratch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Completed: Engineering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 &amp; Environment Setup</a:t>
            </a:r>
          </a:p>
          <a:p>
            <a:pPr lvl="1"/>
            <a:r>
              <a:t>• Environment: Python 3.11.15 (Conda) + Poetry</a:t>
            </a:r>
          </a:p>
          <a:p>
            <a:pPr lvl="1"/>
            <a:r>
              <a:t>• Config: Type-safe Pydantic V2 Settings</a:t>
            </a:r>
          </a:p>
          <a:p>
            <a:pPr lvl="1"/>
            <a:r>
              <a:t>• Model: PyTorch MobileNetV3 with Evaluation Mode</a:t>
            </a:r>
          </a:p>
          <a:p>
            <a:pPr lvl="1"/>
            <a:r>
              <a:t>• API: FastAPI with Schema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Journey Ahead: Phases 2-3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Scaling and Specialization</a:t>
            </a:r>
          </a:p>
          <a:p>
            <a:pPr lvl="1"/>
            <a:r>
              <a:t>• Phase 2: Kubernetes, MLflow, and Data Versioning (DVC)</a:t>
            </a:r>
          </a:p>
          <a:p>
            <a:pPr lvl="1"/>
            <a:r>
              <a:t>• Phase 3: LLMOps, vLLM Serving, and Vector Databases</a:t>
            </a:r>
          </a:p>
          <a:p>
            <a:pPr lvl="1"/>
            <a:r>
              <a:t>• Capstone: Autonomous SQL/API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Modern MLOps Stack (2026)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Industry-Standard Tooling</a:t>
            </a:r>
          </a:p>
          <a:p>
            <a:pPr lvl="1"/>
            <a:r>
              <a:t>• Core: Python 3.11 / FastAPI / Pydantic</a:t>
            </a:r>
          </a:p>
          <a:p>
            <a:pPr lvl="1"/>
            <a:r>
              <a:t>• Infrastructure: Docker / Kubernetes / Helm</a:t>
            </a:r>
          </a:p>
          <a:p>
            <a:pPr lvl="1"/>
            <a:r>
              <a:t>• AI Ops: MLflow / DVC / Prefect</a:t>
            </a:r>
          </a:p>
          <a:p>
            <a:pPr lvl="1"/>
            <a:r>
              <a:t>• LLM: Qdrant / vLLM / LangChain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Goal: The Self-Healing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Autonomous Monitoring &amp; Retraining</a:t>
            </a:r>
          </a:p>
          <a:p>
            <a:pPr lvl="1"/>
            <a:r>
              <a:t>• Real-time Drift Detection using Evidently AI</a:t>
            </a:r>
          </a:p>
          <a:p>
            <a:pPr lvl="1"/>
            <a:r>
              <a:t>• Automated Retraining triggered by Performance Drops</a:t>
            </a:r>
          </a:p>
          <a:p>
            <a:pPr lvl="1"/>
            <a:r>
              <a:t>• Full Traceability: From Data Origin to Model Decision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